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Assignment 18: Title &amp;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[Add your team's content after completing the experiment.]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[Add your team's content after completing the experiment.]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 &amp; Hypothesis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[Add your team's content after completing the experiment.]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[Add your team's content after completing the experiment.]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[Add your team's content after completing the experiment.]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[Add your team's content after completing the experiment.]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Metric-Based Rankings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[Add your team's content after completing the experiment.]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Interesting Cases / Failure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[Add your team's content after completing the experiment.]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Conclusion, Limitations &amp; Future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[Add your team's content after completing the experiment.]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